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4" r:id="rId8"/>
    <p:sldId id="262" r:id="rId9"/>
    <p:sldId id="263" r:id="rId10"/>
    <p:sldId id="26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8" y="37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1F-4F43-BEED-03DCA838C71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1F-4F43-BEED-03DCA838C71E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1F-4F43-BEED-03DCA838C7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484930767"/>
        <c:axId val="1314992511"/>
      </c:barChart>
      <c:catAx>
        <c:axId val="14849307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14992511"/>
        <c:crosses val="autoZero"/>
        <c:auto val="1"/>
        <c:lblAlgn val="ctr"/>
        <c:lblOffset val="100"/>
        <c:noMultiLvlLbl val="0"/>
      </c:catAx>
      <c:valAx>
        <c:axId val="131499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4930767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0DB0974-8DAE-4930-B0E4-D6947F1CF9DB}"/>
              </a:ext>
            </a:extLst>
          </p:cNvPr>
          <p:cNvSpPr/>
          <p:nvPr userDrawn="1"/>
        </p:nvSpPr>
        <p:spPr>
          <a:xfrm>
            <a:off x="10706858" y="558324"/>
            <a:ext cx="5903277" cy="590327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CF4848C-182A-48DE-86CF-3C8368C3121A}"/>
              </a:ext>
            </a:extLst>
          </p:cNvPr>
          <p:cNvSpPr/>
          <p:nvPr userDrawn="1"/>
        </p:nvSpPr>
        <p:spPr>
          <a:xfrm>
            <a:off x="10675699" y="5341699"/>
            <a:ext cx="3032601" cy="30326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4ED40E4-D66C-4EAD-BA0C-819E90B5C1FE}"/>
              </a:ext>
            </a:extLst>
          </p:cNvPr>
          <p:cNvSpPr/>
          <p:nvPr userDrawn="1"/>
        </p:nvSpPr>
        <p:spPr>
          <a:xfrm>
            <a:off x="-1516301" y="5341699"/>
            <a:ext cx="3032601" cy="30326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FE8DB97C-8AB8-4590-BE44-515D12A9C284}"/>
              </a:ext>
            </a:extLst>
          </p:cNvPr>
          <p:cNvSpPr/>
          <p:nvPr userDrawn="1"/>
        </p:nvSpPr>
        <p:spPr>
          <a:xfrm>
            <a:off x="9982200" y="692767"/>
            <a:ext cx="5472466" cy="54724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CEAAC75B-6063-4FE0-9C28-0FF49AF84253}"/>
              </a:ext>
            </a:extLst>
          </p:cNvPr>
          <p:cNvSpPr/>
          <p:nvPr userDrawn="1"/>
        </p:nvSpPr>
        <p:spPr>
          <a:xfrm>
            <a:off x="838200" y="1967316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AA56E5AB-08C2-4F64-BE29-48394A6AF994}"/>
              </a:ext>
            </a:extLst>
          </p:cNvPr>
          <p:cNvSpPr/>
          <p:nvPr userDrawn="1"/>
        </p:nvSpPr>
        <p:spPr>
          <a:xfrm>
            <a:off x="838200" y="3485649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929F01BF-6851-447C-BD5D-558D26D156EA}"/>
              </a:ext>
            </a:extLst>
          </p:cNvPr>
          <p:cNvSpPr/>
          <p:nvPr userDrawn="1"/>
        </p:nvSpPr>
        <p:spPr>
          <a:xfrm>
            <a:off x="838200" y="5000760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esentation-creation.ru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573D8-B18B-4351-8D21-9BF0CE49F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48EEE-EB04-45C3-8A11-F15DBC12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E16F1E-F64A-4CD2-8C02-7EED1305B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63B8635-62E8-4D93-AC27-8CF54520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53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313C0-E99C-43E5-B419-927A0C42C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41565BA-F540-4AFC-986F-248F12BC9080}"/>
              </a:ext>
            </a:extLst>
          </p:cNvPr>
          <p:cNvSpPr txBox="1">
            <a:spLocks/>
          </p:cNvSpPr>
          <p:nvPr/>
        </p:nvSpPr>
        <p:spPr>
          <a:xfrm>
            <a:off x="838200" y="2619001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3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987 654 321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1F5C6-014E-490D-9215-0B23FDD33261}"/>
              </a:ext>
            </a:extLst>
          </p:cNvPr>
          <p:cNvSpPr txBox="1"/>
          <p:nvPr/>
        </p:nvSpPr>
        <p:spPr>
          <a:xfrm>
            <a:off x="838200" y="4464000"/>
            <a:ext cx="867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sed do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eiusmod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tempor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incididunt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labore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et dolore magna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aliqua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0B9662CF-975F-42B8-B6D7-A80EE222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66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9B96A-B3C1-41B8-AA81-AF462A75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32D970-360A-4F5E-9793-04C9C7540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F005547-E1A9-48B5-AD32-7EA934EB28F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CC782F-3C10-443E-8E0D-030DB852D25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1AE199C3-DC8A-4E08-A86F-13AD9231F9B5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D273222D-6B06-4BCC-9108-15861A636C7F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1512C4CF-E6B9-4F48-8691-76C28C09AD4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12" name="Нижний колонтитул 4">
            <a:extLst>
              <a:ext uri="{FF2B5EF4-FFF2-40B4-BE49-F238E27FC236}">
                <a16:creationId xmlns:a16="http://schemas.microsoft.com/office/drawing/2014/main" id="{51C56685-60C9-48B3-84EA-B868FC673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7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98CEE-51A1-4716-9FD5-FDE9070C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6" name="Таблица 10">
            <a:extLst>
              <a:ext uri="{FF2B5EF4-FFF2-40B4-BE49-F238E27FC236}">
                <a16:creationId xmlns:a16="http://schemas.microsoft.com/office/drawing/2014/main" id="{6049A80B-E57D-4CD8-BB43-40AC0F1BB7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643671"/>
              </p:ext>
            </p:extLst>
          </p:nvPr>
        </p:nvGraphicFramePr>
        <p:xfrm>
          <a:off x="838200" y="1825625"/>
          <a:ext cx="8128820" cy="346096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32205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032205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032205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032205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E9312FFF-2061-4708-A37D-278966F8A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88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AF770-64CD-4FF7-92A0-D9D4E501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39B40D5-63A2-4CE8-8288-D01C5C5C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719" y="2372354"/>
            <a:ext cx="5619750" cy="295290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</a:p>
        </p:txBody>
      </p:sp>
      <p:pic>
        <p:nvPicPr>
          <p:cNvPr id="5" name="Рисунок 4" descr="Презентация с линейчатой диаграммой">
            <a:extLst>
              <a:ext uri="{FF2B5EF4-FFF2-40B4-BE49-F238E27FC236}">
                <a16:creationId xmlns:a16="http://schemas.microsoft.com/office/drawing/2014/main" id="{E393F82E-A2E9-4F88-900C-40B87531C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50240" y="2165877"/>
            <a:ext cx="3159378" cy="3159378"/>
          </a:xfrm>
          <a:prstGeom prst="rect">
            <a:avLst/>
          </a:prstGeom>
          <a:effectLst/>
        </p:spPr>
      </p:pic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8B8F0EFC-95A4-49AA-8A6C-FC9901AF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24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5B9331C3-7712-4142-83EC-649AE9ED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68EF3A8-6687-4124-A04A-2525919C4727}"/>
              </a:ext>
            </a:extLst>
          </p:cNvPr>
          <p:cNvSpPr/>
          <p:nvPr/>
        </p:nvSpPr>
        <p:spPr>
          <a:xfrm>
            <a:off x="1706880" y="2027194"/>
            <a:ext cx="2601905" cy="38591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DF961581-77E2-483C-877A-2E27D65D8FA1}"/>
              </a:ext>
            </a:extLst>
          </p:cNvPr>
          <p:cNvSpPr/>
          <p:nvPr/>
        </p:nvSpPr>
        <p:spPr>
          <a:xfrm>
            <a:off x="2651760" y="168589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DF33B-3F56-4CF5-8EFF-11A967BC8B80}"/>
              </a:ext>
            </a:extLst>
          </p:cNvPr>
          <p:cNvSpPr txBox="1"/>
          <p:nvPr/>
        </p:nvSpPr>
        <p:spPr>
          <a:xfrm>
            <a:off x="2661286" y="1693305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78E784-7E8B-4712-8BBF-FE373F3EBF86}"/>
              </a:ext>
            </a:extLst>
          </p:cNvPr>
          <p:cNvSpPr/>
          <p:nvPr/>
        </p:nvSpPr>
        <p:spPr>
          <a:xfrm>
            <a:off x="4839144" y="2036032"/>
            <a:ext cx="2601905" cy="385914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650A125-B194-481E-9BAC-BFC3E05F5C2B}"/>
              </a:ext>
            </a:extLst>
          </p:cNvPr>
          <p:cNvSpPr txBox="1">
            <a:spLocks/>
          </p:cNvSpPr>
          <p:nvPr/>
        </p:nvSpPr>
        <p:spPr>
          <a:xfrm>
            <a:off x="4934189" y="2474182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Lorem ipsum dolor sit </a:t>
            </a:r>
            <a:r>
              <a:rPr lang="en-US" sz="2400" dirty="0" err="1">
                <a:solidFill>
                  <a:schemeClr val="bg1"/>
                </a:solidFill>
              </a:rPr>
              <a:t>amet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consectetur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adipiscing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elit</a:t>
            </a:r>
            <a:r>
              <a:rPr lang="en-US" sz="2400" dirty="0">
                <a:solidFill>
                  <a:schemeClr val="bg1"/>
                </a:solidFill>
              </a:rPr>
              <a:t>, sed do </a:t>
            </a:r>
            <a:r>
              <a:rPr lang="en-US" sz="2400" dirty="0" err="1">
                <a:solidFill>
                  <a:schemeClr val="bg1"/>
                </a:solidFill>
              </a:rPr>
              <a:t>eiusmod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tempor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incididunt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ut</a:t>
            </a:r>
            <a:r>
              <a:rPr lang="en-US" sz="2400" dirty="0">
                <a:solidFill>
                  <a:schemeClr val="bg1"/>
                </a:solidFill>
              </a:rPr>
              <a:t> labore et dolore magna </a:t>
            </a:r>
            <a:r>
              <a:rPr lang="en-US" sz="2400" dirty="0" err="1">
                <a:solidFill>
                  <a:schemeClr val="bg1"/>
                </a:solidFill>
              </a:rPr>
              <a:t>aliqua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95CA05C-D87E-4F22-B2AD-FD55BBEDED6D}"/>
              </a:ext>
            </a:extLst>
          </p:cNvPr>
          <p:cNvSpPr/>
          <p:nvPr/>
        </p:nvSpPr>
        <p:spPr>
          <a:xfrm>
            <a:off x="5784024" y="1694731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AFD84-8FDA-4D19-BDD3-E9AC3CEA0C15}"/>
              </a:ext>
            </a:extLst>
          </p:cNvPr>
          <p:cNvSpPr txBox="1"/>
          <p:nvPr/>
        </p:nvSpPr>
        <p:spPr>
          <a:xfrm>
            <a:off x="5777377" y="1677013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5B303F1-86D4-4BFA-B986-FAA8042C8ADB}"/>
              </a:ext>
            </a:extLst>
          </p:cNvPr>
          <p:cNvSpPr/>
          <p:nvPr/>
        </p:nvSpPr>
        <p:spPr>
          <a:xfrm>
            <a:off x="7971408" y="2044621"/>
            <a:ext cx="2601905" cy="385914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Овал 12">
            <a:extLst>
              <a:ext uri="{FF2B5EF4-FFF2-40B4-BE49-F238E27FC236}">
                <a16:creationId xmlns:a16="http://schemas.microsoft.com/office/drawing/2014/main" id="{E44C3463-45B5-4947-9983-B1FE2F10EDCB}"/>
              </a:ext>
            </a:extLst>
          </p:cNvPr>
          <p:cNvSpPr/>
          <p:nvPr/>
        </p:nvSpPr>
        <p:spPr>
          <a:xfrm>
            <a:off x="8916288" y="1703320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E4430D-1FE9-410E-AB01-17D04B334853}"/>
              </a:ext>
            </a:extLst>
          </p:cNvPr>
          <p:cNvSpPr txBox="1"/>
          <p:nvPr/>
        </p:nvSpPr>
        <p:spPr>
          <a:xfrm>
            <a:off x="8925813" y="1700077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A04E8F95-5820-4EE3-B8BC-A0B40E64E817}"/>
              </a:ext>
            </a:extLst>
          </p:cNvPr>
          <p:cNvSpPr txBox="1">
            <a:spLocks/>
          </p:cNvSpPr>
          <p:nvPr/>
        </p:nvSpPr>
        <p:spPr>
          <a:xfrm>
            <a:off x="8123134" y="2482771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dirty="0">
                <a:solidFill>
                  <a:schemeClr val="bg1"/>
                </a:solidFill>
              </a:rPr>
              <a:t>Lorem ipsum dolor sit </a:t>
            </a:r>
            <a:r>
              <a:rPr lang="en-US" sz="2700" dirty="0" err="1">
                <a:solidFill>
                  <a:schemeClr val="bg1"/>
                </a:solidFill>
              </a:rPr>
              <a:t>amet</a:t>
            </a:r>
            <a:r>
              <a:rPr lang="en-US" sz="2700" dirty="0">
                <a:solidFill>
                  <a:schemeClr val="bg1"/>
                </a:solidFill>
              </a:rPr>
              <a:t>, </a:t>
            </a:r>
            <a:r>
              <a:rPr lang="en-US" sz="2700" dirty="0" err="1">
                <a:solidFill>
                  <a:schemeClr val="bg1"/>
                </a:solidFill>
              </a:rPr>
              <a:t>consectetur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adipiscing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elit</a:t>
            </a:r>
            <a:r>
              <a:rPr lang="en-US" sz="2700" dirty="0">
                <a:solidFill>
                  <a:schemeClr val="bg1"/>
                </a:solidFill>
              </a:rPr>
              <a:t>, sed do </a:t>
            </a:r>
            <a:r>
              <a:rPr lang="en-US" sz="2700" dirty="0" err="1">
                <a:solidFill>
                  <a:schemeClr val="bg1"/>
                </a:solidFill>
              </a:rPr>
              <a:t>eiusmod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tempor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incididunt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ut</a:t>
            </a:r>
            <a:r>
              <a:rPr lang="en-US" sz="2700" dirty="0">
                <a:solidFill>
                  <a:schemeClr val="bg1"/>
                </a:solidFill>
              </a:rPr>
              <a:t> labore et dolore magna </a:t>
            </a:r>
            <a:r>
              <a:rPr lang="en-US" sz="2700" dirty="0" err="1">
                <a:solidFill>
                  <a:schemeClr val="bg1"/>
                </a:solidFill>
              </a:rPr>
              <a:t>aliqua</a:t>
            </a:r>
            <a:r>
              <a:rPr lang="en-US" sz="2700" dirty="0">
                <a:solidFill>
                  <a:schemeClr val="bg1"/>
                </a:solidFill>
              </a:rPr>
              <a:t>.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23073644-3C55-4A09-89F0-17501D49A54E}"/>
              </a:ext>
            </a:extLst>
          </p:cNvPr>
          <p:cNvSpPr txBox="1">
            <a:spLocks/>
          </p:cNvSpPr>
          <p:nvPr/>
        </p:nvSpPr>
        <p:spPr>
          <a:xfrm>
            <a:off x="1822090" y="2474182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Lorem ipsum dolor sit </a:t>
            </a:r>
            <a:r>
              <a:rPr lang="en-US" sz="2400" dirty="0" err="1">
                <a:solidFill>
                  <a:schemeClr val="bg1"/>
                </a:solidFill>
              </a:rPr>
              <a:t>amet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consectetur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adipiscing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elit</a:t>
            </a:r>
            <a:r>
              <a:rPr lang="en-US" sz="2400" dirty="0">
                <a:solidFill>
                  <a:schemeClr val="bg1"/>
                </a:solidFill>
              </a:rPr>
              <a:t>, sed do </a:t>
            </a:r>
            <a:r>
              <a:rPr lang="en-US" sz="2400" dirty="0" err="1">
                <a:solidFill>
                  <a:schemeClr val="bg1"/>
                </a:solidFill>
              </a:rPr>
              <a:t>eiusmod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tempor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incididunt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ut</a:t>
            </a:r>
            <a:r>
              <a:rPr lang="en-US" sz="2400" dirty="0">
                <a:solidFill>
                  <a:schemeClr val="bg1"/>
                </a:solidFill>
              </a:rPr>
              <a:t> labore et dolore magna </a:t>
            </a:r>
            <a:r>
              <a:rPr lang="en-US" sz="2400" dirty="0" err="1">
                <a:solidFill>
                  <a:schemeClr val="bg1"/>
                </a:solidFill>
              </a:rPr>
              <a:t>aliqua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7F7F434D-6865-451C-A808-1B26813BB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70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83FBB-99C6-414B-BD6E-FDD55980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7330DAE-1DC7-4010-8E39-A15C1AA22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3946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05293B-D7FF-4CF9-B779-32A03060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59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CEA1EF-15A6-4A92-86EC-CB7639E8D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B637AA-21E0-4281-9736-F2AF724E9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Бесплатные шаблоны с сайта </a:t>
            </a:r>
            <a:r>
              <a:rPr lang="en-US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038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9">
            <a:extLst>
              <a:ext uri="{FF2B5EF4-FFF2-40B4-BE49-F238E27FC236}">
                <a16:creationId xmlns:a16="http://schemas.microsoft.com/office/drawing/2014/main" id="{A87CEA5A-215A-4DBB-B545-F50CF292DAA2}"/>
              </a:ext>
            </a:extLst>
          </p:cNvPr>
          <p:cNvSpPr txBox="1">
            <a:spLocks/>
          </p:cNvSpPr>
          <p:nvPr/>
        </p:nvSpPr>
        <p:spPr>
          <a:xfrm>
            <a:off x="3334872" y="1548148"/>
            <a:ext cx="5522258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СПАСИБО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AEAEA44-06C2-4A5D-9D9E-C1EF709622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881000" y="4773266"/>
            <a:ext cx="630000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3B9451C-D678-4C99-AD69-CB9D3789CD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781000" y="4773266"/>
            <a:ext cx="630000" cy="63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3809903-FB57-40A7-8177-0AAD0C30CE3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681000" y="4773266"/>
            <a:ext cx="630000" cy="630000"/>
          </a:xfrm>
          <a:prstGeom prst="rect">
            <a:avLst/>
          </a:prstGeom>
        </p:spPr>
      </p:pic>
      <p:sp>
        <p:nvSpPr>
          <p:cNvPr id="17" name="Текст 11">
            <a:extLst>
              <a:ext uri="{FF2B5EF4-FFF2-40B4-BE49-F238E27FC236}">
                <a16:creationId xmlns:a16="http://schemas.microsoft.com/office/drawing/2014/main" id="{E4D2C2B0-57A9-45CB-8B9A-3A0D3020847C}"/>
              </a:ext>
            </a:extLst>
          </p:cNvPr>
          <p:cNvSpPr txBox="1">
            <a:spLocks/>
          </p:cNvSpPr>
          <p:nvPr/>
        </p:nvSpPr>
        <p:spPr>
          <a:xfrm>
            <a:off x="2608499" y="2882976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sed do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eiusmod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tempor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incididunt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labore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et dolore magna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aliqua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endParaRPr lang="ru-RU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Ut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enim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ad minim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veniam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quis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nostrud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exercitation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ullamco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laboris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nisi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aliquip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ex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commodo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consequat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endParaRPr lang="ru-RU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16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514</Words>
  <Application>Microsoft Office PowerPoint</Application>
  <PresentationFormat>Широкоэкранный</PresentationFormat>
  <Paragraphs>72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Вставьте заголовок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РЕСУРСЫ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бежевый, шаблон презентации с сайта presentation-creation.ru</dc:title>
  <dc:creator>User Obstinate</dc:creator>
  <cp:lastModifiedBy>User Obstinate</cp:lastModifiedBy>
  <cp:revision>9</cp:revision>
  <dcterms:created xsi:type="dcterms:W3CDTF">2024-11-04T08:17:15Z</dcterms:created>
  <dcterms:modified xsi:type="dcterms:W3CDTF">2024-11-04T14:42:15Z</dcterms:modified>
</cp:coreProperties>
</file>