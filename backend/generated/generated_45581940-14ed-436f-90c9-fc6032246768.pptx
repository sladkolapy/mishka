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DDoS-атаки и методы борьбы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Голубятников Артем Олегович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Это способ залить сеть, ОС или приложение большим объемом трафика, чем они могут обработать.</a:t>
            </a:r>
          </a:p>
          <a:p>
            <a:pPr/>
            <a:r>
              <a:t>Последствия: потеря доходов, перебои в услугах, потеря данных, урон репутации.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запускается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 помощью сети botnet из скомпрометированных устройств.</a:t>
            </a:r>
          </a:p>
          <a:p>
            <a:pPr/>
            <a:r>
              <a:t>Различие от DoS: использование множества устройств и сетей.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типы 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Атаки прикладного уровня (уровень 7): HTTP-флуд, DNS-запросы.</a:t>
            </a:r>
          </a:p>
          <a:p>
            <a:pPr/>
            <a:r>
              <a:t>Атаки с исчерпанием состояния (уровень 4): SYN Flood.</a:t>
            </a:r>
          </a:p>
          <a:p>
            <a:pPr/>
            <a:r>
              <a:t>Объемные атаки (уровень 3): UDP-флуд, ICMP-флуд.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Подходы к защите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Непрерывный мониторинг нагрузки.</a:t>
            </a:r>
          </a:p>
          <a:p>
            <a:pPr/>
            <a:r>
              <a:t>Сегментация сетей.</a:t>
            </a:r>
          </a:p>
          <a:p>
            <a:pPr/>
            <a:r>
              <a:t>Использование облачного хостинга с CDN.</a:t>
            </a:r>
          </a:p>
          <a:p>
            <a:pPr/>
            <a:r>
              <a:t>Планирование масштаба инфраструктуры.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Сервисы 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Shield Standard: защита от 96% известных атак на уровнях 3 и 4.</a:t>
            </a:r>
          </a:p>
          <a:p>
            <a:pPr/>
            <a:r>
              <a:t>Видимость атак через Консоль управления AWS.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