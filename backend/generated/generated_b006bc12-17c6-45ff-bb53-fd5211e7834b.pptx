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DDOS-АТАКИ И МЕТОДЫ БОРЬБЫ С НИМИ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Основные аспекты и методы защиты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DDoS-атака?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Это способ залить сеть, ОС или приложение большим объемом трафика, подключений или запросов, чем они могут обработать.</a:t>
            </a:r>
          </a:p>
          <a:p>
            <a:pPr/>
            <a:r>
              <a:t>Атака является ненавязчивой и может выглядеть как нормальный трафик.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существуют DDoS-атаки?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Запускаются по разным причинам: от активности до спонсируемых государством сбоев.</a:t>
            </a:r>
          </a:p>
          <a:p>
            <a:pPr/>
            <a:r>
              <a:t>Осуществляются для получения прибыли, зачастую нанося значительный ущерб.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типы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Атаки прикладного уровня (HTTP-флуд, DNS-запросы)</a:t>
            </a:r>
          </a:p>
          <a:p>
            <a:pPr/>
            <a:r>
              <a:t>Атаки с исчерпанием состояния (SYN Flood)</a:t>
            </a:r>
          </a:p>
          <a:p>
            <a:pPr/>
            <a:r>
              <a:t>Объемные атаки (UDP-флуд, ICMP-флуд)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Подходы к противодействию DDoS-атакам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Непрерывный мониторинг емкости и критической инфраструктуры.</a:t>
            </a:r>
          </a:p>
          <a:p>
            <a:pPr/>
            <a:r>
              <a:t>Сегментация внутренних и внешних сетей.</a:t>
            </a:r>
          </a:p>
          <a:p>
            <a:pPr/>
            <a:r>
              <a:t>Использование облачного хостинга и сетей доставки контента.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Сервисы AWS для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Shield Standard защищает от 96% известных атак на 3 и 4 уровнях.</a:t>
            </a:r>
          </a:p>
          <a:p>
            <a:pPr/>
            <a:r>
              <a:t>Включает в себя балансировщики нагрузки и сети доставки контента.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Важно учитывать возможность атак и заранее планировать защитные меры.</a:t>
            </a:r>
          </a:p>
          <a:p>
            <a:pPr/>
            <a:r>
              <a:t>Подведение итогов о значимости защиты от DDoS-атак для бизнеса и организаций.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