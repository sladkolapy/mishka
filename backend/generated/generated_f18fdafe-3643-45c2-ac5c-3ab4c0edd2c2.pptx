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DDoS-атаки и методы борьбы с ними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Голубятников Артем Олегович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DDoS-атака?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DDoS — это способ залить сеть, ОС или приложение большим объемом трафика.</a:t>
            </a:r>
          </a:p>
          <a:p>
            <a:pPr/>
            <a:r>
              <a:t>Это может иметь катастрофические последствия для бизнеса.</a:t>
            </a:r>
          </a:p>
          <a:p>
            <a:pPr/>
            <a:r>
              <a:t>DDoS — это ненавязчивая атака, злоумышленнику не нужен доступ администратора.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типы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Атаки прикладного уровня (уровень 7) — HTTP-флуд, DNS-запросы.</a:t>
            </a:r>
          </a:p>
          <a:p>
            <a:pPr/>
            <a:r>
              <a:t>Атаки с исчерпанием состояния (уровень 4) — SYN Flood.</a:t>
            </a:r>
          </a:p>
          <a:p>
            <a:pPr/>
            <a:r>
              <a:t>Объемные атаки (уровень 3) — UDP-флуд и ICMP-флуд.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Подходы к противодействию DDoS-атакам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Непрерывный мониторинг емкости и типа трафика.</a:t>
            </a:r>
          </a:p>
          <a:p>
            <a:pPr/>
            <a:r>
              <a:t>Сегментация сетей и использование облачного хостинга.</a:t>
            </a:r>
          </a:p>
          <a:p>
            <a:pPr/>
            <a:r>
              <a:t>Мониторинг доступности с оповещениями в реальном времени.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Сервисы AWS для защиты от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AWS Shield Standard — защита от 96% известных атак на 3 и 4 уровнях.</a:t>
            </a:r>
          </a:p>
          <a:p>
            <a:pPr/>
            <a:r>
              <a:t>Преимущества включают защиту от DDoS-атак и видимость атак.</a:t>
            </a:r>
          </a:p>
          <a:p>
            <a:pPr/>
            <a:r>
              <a:t>Включает комбинацию сигнатур трафика, алгоритмов обнаружения аномалий.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Библиографический список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Орлов Г. А., Красов А. В., Гельфанд А. М. Применение Big Data в сетях.</a:t>
            </a:r>
          </a:p>
          <a:p>
            <a:pPr/>
            <a:r>
              <a:t>Волкогонов В. Н., Гельфанд А. М., Деревянко В. С. Автоматизация систем.</a:t>
            </a:r>
          </a:p>
          <a:p>
            <a:pPr/>
            <a:r>
              <a:t>Суворов А. М., Цветков А. Ю. Исследование атак на unix-подобных ОС.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