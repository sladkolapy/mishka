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DDoS-атаки и методы борьбы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Основные аспекты и подходы к защите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DDoS-атака?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DDoS-атака — это метод перегрузки сетей, приложений или ОС чрезмерным объемом трафика.</a:t>
            </a:r>
          </a:p>
          <a:p>
            <a:pPr/>
            <a:r>
              <a:t>Атака не требует прав администратора и может выглядеть как обычный трафик.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причины и последствия DDoS-атак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Причины: активизм, прибыль, государственные интересы.</a:t>
            </a:r>
          </a:p>
          <a:p>
            <a:pPr/>
            <a:r>
              <a:t>Последствия: недоступность сайтов, финансовые убытки, проблемы с безопасностью данных.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Типы DDoS-атак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Прикладного уровня (уровень 7): HTTP-флуд, DNS-запросы.</a:t>
            </a:r>
          </a:p>
          <a:p>
            <a:pPr/>
            <a:r>
              <a:t>С исчерпанием состояния (уровень 4): SYN Flood.</a:t>
            </a:r>
          </a:p>
          <a:p>
            <a:pPr/>
            <a:r>
              <a:t>Объемные атаки (уровень 3): UDP-флуд, ICMP-флуд.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Подходы к противодействию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Мониторинг системной емкости и сетевого трафика.</a:t>
            </a:r>
          </a:p>
          <a:p>
            <a:pPr/>
            <a:r>
              <a:t>Сегментация сетей и использование облачного хостинга.</a:t>
            </a:r>
          </a:p>
          <a:p>
            <a:pPr/>
            <a:r>
              <a:t>Внедрение механизмов защиты и планирование инфраструктуры.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Сервисы AWS для защиты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Shield Standard: защита от известных атак на уровнях 3 и 4.</a:t>
            </a:r>
          </a:p>
          <a:p>
            <a:pPr/>
            <a:r>
              <a:t>Обеспечение видимости атак и применение методов защиты.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