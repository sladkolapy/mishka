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Ресторан Вкусно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 нас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Информация о компании Ресторан Вкусно, включая историю, миссию и ценности.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Наши блюда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Описание блюд и уникальных рецептов.</a:t>
            </a:r>
          </a:p>
          <a:p>
            <a:pPr/>
            <a:r>
              <a:t>Сезонные предложения и акции.</a:t>
            </a:r>
          </a:p>
          <a:p>
            <a:pPr/>
            <a:r>
              <a:t>Отзывы клиентов.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Команда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Краткое представление ключевых членов команды.</a:t>
            </a:r>
          </a:p>
          <a:p>
            <a:pPr/>
            <a:r>
              <a:t>Фотографии и биографии.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Контакты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Адрес ресторана Вкусно.</a:t>
            </a:r>
          </a:p>
          <a:p>
            <a:pPr/>
            <a:r>
              <a:t>Телефон и электронная почта для связи.</a:t>
            </a:r>
          </a:p>
          <a:p>
            <a:pPr/>
            <a:r>
              <a:t>Ссылки на социальные сети и сайт.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