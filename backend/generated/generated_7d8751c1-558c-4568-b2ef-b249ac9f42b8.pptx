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Титульный слайд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Оставьте место для названия и подзаголовка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Цель и контекст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Ключевая статистика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Зарезервируйте место для графиков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Иллюстрация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Фото, схема или макет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Эффект / результат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Цифры и визуализация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Отзывы или цитаты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Зарезервируйте место для отзывов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дальнейшие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Ваши выводы и план действий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