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DDOS-атаки и методы борьбы с ними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Обзор и методы защиты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Что такое DDoS-атака?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Это метод атаки, при котором сеть, ОС или приложение перегружаются большим количеством трафика или запросов.</a:t>
            </a:r>
          </a:p>
          <a:p>
            <a:pPr/>
            <a:r>
              <a:t>Цель - вывести из строя целевой ресурс.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Как работает DDoS-атака?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Используются скомпрометированные устройства, объединенные в ботнет.</a:t>
            </a:r>
          </a:p>
          <a:p>
            <a:pPr/>
            <a:r>
              <a:t>Атака направлена с многочисленных устройств по всему миру.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Причины DDoS-атак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Может быть запущена для получения прибыли или по иным причинам.</a:t>
            </a:r>
          </a:p>
          <a:p>
            <a:pPr/>
            <a:r>
              <a:t>Недорогие онлайн-сервисы для проведения атак.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Типы DDoS-атак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Атаки прикладного уровня (HTTP-флуд, DNS-запросы)</a:t>
            </a:r>
          </a:p>
          <a:p>
            <a:pPr/>
            <a:r>
              <a:t>Атаки с исчерпанием состояния (SYN Flood)</a:t>
            </a:r>
          </a:p>
          <a:p>
            <a:pPr/>
            <a:r>
              <a:t>Объемные атаки (UDP-флуд, ICMP-флуд)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Последствия DDoS-атак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Упущенная выгода и финансовые потери.</a:t>
            </a:r>
          </a:p>
          <a:p>
            <a:pPr/>
            <a:r>
              <a:t>Проблемы с доступностью приложений.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Подходы к защите от DDoS-атак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Мониторинг емкости и трафика.</a:t>
            </a:r>
          </a:p>
          <a:p>
            <a:pPr/>
            <a:r>
              <a:t>Сегментация сетей.</a:t>
            </a:r>
          </a:p>
          <a:p>
            <a:pPr/>
            <a:r>
              <a:t>Использование облачного хостинга.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Методы смягчения атак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Планирование масштабов инфраструктуры.</a:t>
            </a:r>
          </a:p>
          <a:p>
            <a:pPr/>
            <a:r>
              <a:t>Использование балансировщиков нагрузки.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Сервисы для защиты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AWS Shield Standard обеспечивает защиту от известных атак.</a:t>
            </a:r>
          </a:p>
          <a:p>
            <a:pPr/>
            <a:r>
              <a:t>Включает в себя механизм проверки входящего трафика.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Заключение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Важно понимать риски и методы защиты.</a:t>
            </a:r>
          </a:p>
          <a:p>
            <a:pPr/>
            <a:r>
              <a:t>Выбор подходящих инструментов и стратегий снизит ущерб от атаки.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